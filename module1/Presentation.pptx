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12862-C182-4135-A4D6-2D925F5EE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0937EE-8C6F-46A0-967D-A9504DAB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FE36E6-9975-4A28-83C9-BC323C6E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08F2A7-BC62-4C94-989F-02288533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73F910-50BC-4529-B85C-D852DD4E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5565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146EA-C66B-45E4-A38C-DCB6E8FC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40B3F0-A0B8-49B7-A790-259818917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08EFBF-6383-41E2-B587-FDDAE94A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5E644A-D049-43AE-AF8E-4C337AF1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9FE072-D250-44BF-B9F1-769B1597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5742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FB3AD-CDC1-414B-9DB8-87EA334F8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D2F760-6C90-4C17-8029-F6C0646DE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B1C68E-067C-4E6F-AEF8-564BC22A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2A7A3F-5DBA-4D3B-A7F6-BC7FBFE2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C27358-76F9-4488-981F-1C3CE8FBE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68088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FBD03-C258-4E84-9E25-139620E1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13526-9590-45AE-BD9C-FF0792D0B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B8941C-CF2E-4F5E-885F-87F667761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71531D-59E6-41BE-BDF5-D8E9AA4A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52DB48-BB79-499E-A695-3EF07BF7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FA57B7-67E5-4886-AEFF-C5B1B899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857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34EAD-0B3B-48B8-A4EF-182F913A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50C5D4-B071-48D7-B50C-0BDED1AC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31F890-B637-427E-A890-3DB29C11A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6A8E34-8D33-45D1-9570-D882A3D00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033052-68D7-48DC-BB8E-E9372F42D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C857BD8-8001-4591-AF6A-1A3D6508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8103A91-EEB5-4030-B2A3-9EC59A8A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1247F2-FF10-4ADC-9914-4ED00F4D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143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DB556-30C2-4DC1-AFA5-520277E6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D9AB97-892A-4B31-8F8B-1D77DC29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11F250-3D3C-4C07-86EA-2171CBD4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DBA544-283E-4C00-B680-FC4ED5D7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1940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E27FD0-90C9-4A86-A3D4-7DFC86693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408192-1D0C-4E41-A35A-19E9A1EF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0B973A-7982-4D9D-AAE3-8BD4A823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7729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7C7D2-D01D-4675-844A-C38A85713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A17E06-297C-47EA-8F95-707A501D2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4D7D79-60F0-4F09-A7A2-987F2959B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080CA1-FD75-402F-B1E8-476DBB32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A3B2C2-4FF3-4EFC-A6AD-2C1EA84F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4C2B65-2CF2-41F1-8B92-E01F0FD7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1090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80DD4-BD34-4576-9704-4B851918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EDF5B6-5706-4612-A1C2-422A3A0E3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1CBDEF-7D9B-43EF-91D2-2F2B75A0A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CA418C-69D2-4744-94EB-08A20B9D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E7849A-BD60-469C-8FC4-59EA06D1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A1E173-B811-4607-9B26-A5F9B3CB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94015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8BD25-EB26-4225-9992-E0297903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0AF14B-1677-4672-A6A4-306FA1716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3E838F-E73D-4B32-800B-1A6F5C88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9F92-2EBF-4E37-B4F0-6A895D50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A0A38C-CCD8-496F-A365-DCFF4E0C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9909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5666CC-CDD4-449D-8356-92621EF16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9A414C-B69A-4A32-806F-30BCF368E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52B8BE-A243-4D63-8371-0DF493F6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A307D0-468D-4B59-92AF-F3DA5BF1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1EE0BA-B9BC-4161-9410-3EC40714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1866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349F3-1F81-4485-A31D-36E13D05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AFB99A-1937-49A6-AB42-332CFBDB6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4D19D1-03B3-4906-862C-F9173E44F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F0531-BAD1-4D09-B5F8-FCBB57D84107}" type="datetimeFigureOut">
              <a:rPr lang="ru-BY" smtClean="0"/>
              <a:t>22.04.2026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2845E2-4324-4230-90BB-2BBB305EC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951B2B-D23C-4687-8D82-83952AA1D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0572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39928-F35B-4856-B404-1FD548F31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488" y="368905"/>
            <a:ext cx="12117355" cy="598812"/>
          </a:xfrm>
        </p:spPr>
        <p:txBody>
          <a:bodyPr>
            <a:normAutofit fontScale="90000"/>
          </a:bodyPr>
          <a:lstStyle/>
          <a:p>
            <a:r>
              <a:rPr lang="ru-RU" dirty="0"/>
              <a:t>Интеллектуальная дорожная система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9772226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Интеллектуальная дорожная система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Интеллектуальная дорожная система</dc:title>
  <dc:creator>sdvseven</dc:creator>
  <cp:lastModifiedBy>sdvseven</cp:lastModifiedBy>
  <cp:revision>1</cp:revision>
  <dcterms:created xsi:type="dcterms:W3CDTF">2026-04-22T13:59:32Z</dcterms:created>
  <dcterms:modified xsi:type="dcterms:W3CDTF">2026-04-22T14:00:49Z</dcterms:modified>
</cp:coreProperties>
</file>